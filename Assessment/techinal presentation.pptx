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3A767-6C7F-4E99-BFD0-C332C04FF9B2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3A4B5-76FE-418B-9553-360DE02187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1883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3A767-6C7F-4E99-BFD0-C332C04FF9B2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3A4B5-76FE-418B-9553-360DE02187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1344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3A767-6C7F-4E99-BFD0-C332C04FF9B2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3A4B5-76FE-418B-9553-360DE02187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24865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3A767-6C7F-4E99-BFD0-C332C04FF9B2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3A4B5-76FE-418B-9553-360DE02187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73541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3A767-6C7F-4E99-BFD0-C332C04FF9B2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3A4B5-76FE-418B-9553-360DE02187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9761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3A767-6C7F-4E99-BFD0-C332C04FF9B2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3A4B5-76FE-418B-9553-360DE02187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43986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3A767-6C7F-4E99-BFD0-C332C04FF9B2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3A4B5-76FE-418B-9553-360DE02187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16636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3A767-6C7F-4E99-BFD0-C332C04FF9B2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3A4B5-76FE-418B-9553-360DE02187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868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3A767-6C7F-4E99-BFD0-C332C04FF9B2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3A4B5-76FE-418B-9553-360DE02187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6169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3A767-6C7F-4E99-BFD0-C332C04FF9B2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3A4B5-76FE-418B-9553-360DE02187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74500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3A767-6C7F-4E99-BFD0-C332C04FF9B2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3A4B5-76FE-418B-9553-360DE02187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819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23A767-6C7F-4E99-BFD0-C332C04FF9B2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93A4B5-76FE-418B-9553-360DE02187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69146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20970" y="1764406"/>
            <a:ext cx="9144000" cy="1159098"/>
          </a:xfrm>
        </p:spPr>
        <p:txBody>
          <a:bodyPr/>
          <a:lstStyle/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Virtual Reality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1780" y="4722500"/>
            <a:ext cx="9144000" cy="1655762"/>
          </a:xfrm>
        </p:spPr>
        <p:txBody>
          <a:bodyPr>
            <a:normAutofit lnSpcReduction="10000"/>
          </a:bodyPr>
          <a:lstStyle/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DSA0206-COMPUTER VISION WITH OPENCV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SIVADHARSHINI.K-192524008</a:t>
            </a: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B.TECH.AI&amp;DS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276" y="3760631"/>
            <a:ext cx="2498501" cy="2770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780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1378" y="798491"/>
            <a:ext cx="10515600" cy="647500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Introduction</a:t>
            </a:r>
            <a:b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1378" y="1954414"/>
            <a:ext cx="8640650" cy="4351338"/>
          </a:xfrm>
        </p:spPr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What is Virtual Reality?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Virtual Reality (VR) is a computer-generated 3D environment. 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allows users to experience and interact with a virtual world. 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Users wear VR headsets to enter the virtual environment. 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VR creates an immersive and realistic experience. </a:t>
            </a:r>
          </a:p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Image: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VR headset or person using VR.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8201" y="1300766"/>
            <a:ext cx="3450667" cy="3059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52465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564" y="706124"/>
            <a:ext cx="10515600" cy="1325563"/>
          </a:xfrm>
        </p:spPr>
        <p:txBody>
          <a:bodyPr>
            <a:normAutofit/>
          </a:bodyPr>
          <a:lstStyle/>
          <a:p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Components of Virtual Reality</a:t>
            </a:r>
            <a:b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1834" y="2031687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en-IN" b="1" dirty="0" smtClean="0"/>
              <a:t>Main Components</a:t>
            </a:r>
          </a:p>
          <a:p>
            <a:r>
              <a:rPr lang="en-IN" dirty="0" smtClean="0"/>
              <a:t>VR Headset </a:t>
            </a:r>
          </a:p>
          <a:p>
            <a:r>
              <a:rPr lang="en-IN" dirty="0" smtClean="0"/>
              <a:t>Motion Controllers </a:t>
            </a:r>
          </a:p>
          <a:p>
            <a:r>
              <a:rPr lang="en-IN" dirty="0" smtClean="0"/>
              <a:t>Sensors and Cameras </a:t>
            </a:r>
          </a:p>
          <a:p>
            <a:r>
              <a:rPr lang="en-IN" dirty="0" smtClean="0"/>
              <a:t>Computer or Gaming Console </a:t>
            </a:r>
          </a:p>
          <a:p>
            <a:r>
              <a:rPr lang="en-IN" dirty="0" smtClean="0"/>
              <a:t>VR Software and Applications </a:t>
            </a:r>
          </a:p>
          <a:p>
            <a:r>
              <a:rPr lang="en-IN" b="1" dirty="0" smtClean="0"/>
              <a:t>Examples:</a:t>
            </a:r>
            <a:endParaRPr lang="en-IN" dirty="0" smtClean="0"/>
          </a:p>
          <a:p>
            <a:r>
              <a:rPr lang="en-IN" dirty="0" smtClean="0"/>
              <a:t>Meta Quest </a:t>
            </a:r>
          </a:p>
          <a:p>
            <a:r>
              <a:rPr lang="en-IN" dirty="0" smtClean="0"/>
              <a:t>HTC Vive </a:t>
            </a:r>
          </a:p>
          <a:p>
            <a:r>
              <a:rPr lang="en-IN" dirty="0" smtClean="0"/>
              <a:t>PlayStation VR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6523" y="2031687"/>
            <a:ext cx="6400800" cy="421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1466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48461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Applications of Virtual Reality</a:t>
            </a:r>
            <a:b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2893" y="2160476"/>
            <a:ext cx="10515600" cy="4351338"/>
          </a:xfrm>
        </p:spPr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Where is VR Used?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🎮 Gaming and Entertainment 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🏥 Medical Training and Surgery 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🎓 Education and Virtual Classrooms 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🏗 Architecture and Engineering 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✈ Flight and Military Simulation 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🛍 Virtual Shopping and Tourism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860124"/>
            <a:ext cx="4429125" cy="421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5410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1079" y="862884"/>
            <a:ext cx="10515600" cy="476519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Advantages and Disadvantages</a:t>
            </a:r>
            <a:r>
              <a:rPr lang="en-US" b="1" dirty="0" smtClean="0"/>
              <a:t/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6076" y="1471747"/>
            <a:ext cx="10515600" cy="5386544"/>
          </a:xfrm>
        </p:spPr>
        <p:txBody>
          <a:bodyPr>
            <a:normAutofit fontScale="40000" lnSpcReduction="20000"/>
          </a:bodyPr>
          <a:lstStyle/>
          <a:p>
            <a:endParaRPr lang="en-IN" dirty="0" smtClean="0"/>
          </a:p>
          <a:p>
            <a:r>
              <a:rPr lang="en-US" sz="7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r>
              <a:rPr lang="en-US" sz="7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immersive learning. </a:t>
            </a:r>
          </a:p>
          <a:p>
            <a:r>
              <a:rPr lang="en-US" sz="7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training and simulation. </a:t>
            </a:r>
          </a:p>
          <a:p>
            <a:r>
              <a:rPr lang="en-US" sz="7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Makes education more interactive. </a:t>
            </a:r>
          </a:p>
          <a:p>
            <a:r>
              <a:rPr lang="en-US" sz="7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Saves time and travel costs. </a:t>
            </a:r>
          </a:p>
          <a:p>
            <a:r>
              <a:rPr lang="en-US" sz="7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Enhances gaming experience. </a:t>
            </a:r>
          </a:p>
          <a:p>
            <a:r>
              <a:rPr lang="en-US" sz="7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</a:p>
          <a:p>
            <a:r>
              <a:rPr lang="en-US" sz="7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Expensive equipment. </a:t>
            </a:r>
          </a:p>
          <a:p>
            <a:r>
              <a:rPr lang="en-US" sz="7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Can cause motion sickness. </a:t>
            </a:r>
          </a:p>
          <a:p>
            <a:r>
              <a:rPr lang="en-US" sz="7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powerful hardware. </a:t>
            </a:r>
          </a:p>
          <a:p>
            <a:r>
              <a:rPr lang="en-US" sz="7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Limited battery life. </a:t>
            </a:r>
          </a:p>
          <a:p>
            <a:r>
              <a:rPr lang="en-US" sz="7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May reduce real-world interaction.</a:t>
            </a:r>
          </a:p>
          <a:p>
            <a:endParaRPr lang="en-IN" sz="7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2919" y="1820952"/>
            <a:ext cx="6091707" cy="414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7752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6082" y="631066"/>
            <a:ext cx="10515600" cy="1690688"/>
          </a:xfrm>
        </p:spPr>
        <p:txBody>
          <a:bodyPr>
            <a:normAutofit fontScale="90000"/>
          </a:bodyPr>
          <a:lstStyle/>
          <a:p>
            <a:r>
              <a:rPr lang="en-US" sz="49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Future of Virtual Reality</a:t>
            </a:r>
            <a:r>
              <a:rPr lang="en-US" sz="4000" b="1" dirty="0" smtClean="0"/>
              <a:t/>
            </a:r>
            <a:br>
              <a:rPr lang="en-US" sz="4000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Future of Virtual Reality</a:t>
            </a:r>
          </a:p>
          <a:p>
            <a:r>
              <a:rPr lang="en-US" b="1" dirty="0" smtClean="0"/>
              <a:t>Future Scope</a:t>
            </a:r>
          </a:p>
          <a:p>
            <a:r>
              <a:rPr lang="en-US" dirty="0" smtClean="0"/>
              <a:t>AI-powered virtual environments. </a:t>
            </a:r>
          </a:p>
          <a:p>
            <a:r>
              <a:rPr lang="en-US" dirty="0" smtClean="0"/>
              <a:t>Virtual offices and remote meetings. </a:t>
            </a:r>
          </a:p>
          <a:p>
            <a:r>
              <a:rPr lang="en-US" dirty="0" smtClean="0"/>
              <a:t>Better healthcare applications. </a:t>
            </a:r>
          </a:p>
          <a:p>
            <a:r>
              <a:rPr lang="en-US" dirty="0" smtClean="0"/>
              <a:t>Advanced educational simulations. </a:t>
            </a:r>
          </a:p>
          <a:p>
            <a:r>
              <a:rPr lang="en-US" dirty="0" smtClean="0"/>
              <a:t>Growth of the </a:t>
            </a:r>
            <a:r>
              <a:rPr lang="en-US" dirty="0" err="1" smtClean="0"/>
              <a:t>Metaverse</a:t>
            </a:r>
            <a:r>
              <a:rPr lang="en-US" dirty="0" smtClean="0"/>
              <a:t>. </a:t>
            </a:r>
          </a:p>
          <a:p>
            <a:r>
              <a:rPr lang="en-US" dirty="0" smtClean="0"/>
              <a:t>More affordable VR devices. 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3882" y="1476410"/>
            <a:ext cx="5484656" cy="4448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7395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                              Conclusion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1377" y="1890019"/>
            <a:ext cx="7893676" cy="4351338"/>
          </a:xfrm>
        </p:spPr>
        <p:txBody>
          <a:bodyPr/>
          <a:lstStyle/>
          <a:p>
            <a:r>
              <a:rPr lang="en-US" dirty="0" smtClean="0"/>
              <a:t>Virtual Reality is transforming many industries. </a:t>
            </a:r>
          </a:p>
          <a:p>
            <a:r>
              <a:rPr lang="en-US" dirty="0" smtClean="0"/>
              <a:t>It provides immersive and interactive experiences. </a:t>
            </a:r>
          </a:p>
          <a:p>
            <a:r>
              <a:rPr lang="en-US" dirty="0" smtClean="0"/>
              <a:t>VR is widely used in education, healthcare, gaming, and training. </a:t>
            </a:r>
          </a:p>
          <a:p>
            <a:r>
              <a:rPr lang="en-US" dirty="0" smtClean="0"/>
              <a:t>As technology advances, VR will become more accessible and powerful.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5053" y="1027906"/>
            <a:ext cx="3923763" cy="436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643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8232" y="0"/>
            <a:ext cx="1225023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0570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</TotalTime>
  <Words>267</Words>
  <Application>Microsoft Office PowerPoint</Application>
  <PresentationFormat>Widescreen</PresentationFormat>
  <Paragraphs>59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Office Theme</vt:lpstr>
      <vt:lpstr>Virtual Reality</vt:lpstr>
      <vt:lpstr>                            Introduction </vt:lpstr>
      <vt:lpstr>      Components of Virtual Reality </vt:lpstr>
      <vt:lpstr>           Applications of Virtual Reality </vt:lpstr>
      <vt:lpstr>            Advantages and Disadvantages </vt:lpstr>
      <vt:lpstr>           Future of Virtual Reality  </vt:lpstr>
      <vt:lpstr>                              Conclusion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Virtual Reality</dc:title>
  <dc:creator>WELLCOME</dc:creator>
  <cp:lastModifiedBy>WELLCOME</cp:lastModifiedBy>
  <cp:revision>5</cp:revision>
  <dcterms:created xsi:type="dcterms:W3CDTF">2026-07-17T03:10:50Z</dcterms:created>
  <dcterms:modified xsi:type="dcterms:W3CDTF">2026-07-17T06:06:26Z</dcterms:modified>
</cp:coreProperties>
</file>